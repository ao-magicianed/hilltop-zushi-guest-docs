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288000"/>
            <a:ext cx="6984000" cy="10116000"/>
          </a:xfrm>
          <a:prstGeom prst="rect">
            <a:avLst/>
          </a:prstGeom>
          <a:noFill/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20000"/>
            <a:ext cx="68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096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C9A56D"/>
                </a:solidFill>
                <a:latin typeface="メイリオ"/>
              </a:rPr>
              <a:t>Hidden Forest Retreat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3672000"/>
            <a:ext cx="1800000" cy="1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4140000"/>
            <a:ext cx="684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メイリオ"/>
              </a:rPr>
              <a:t>House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4968000"/>
            <a:ext cx="68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C9A56D"/>
                </a:solidFill>
                <a:latin typeface="メイリオ"/>
              </a:rPr>
              <a:t>ハウスガイド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6300000"/>
            <a:ext cx="5400000" cy="2160000"/>
          </a:xfrm>
          <a:prstGeom prst="rect">
            <a:avLst/>
          </a:prstGeom>
          <a:noFill/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648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9A56D"/>
                </a:solidFill>
                <a:latin typeface="メイリオ"/>
              </a:rPr>
              <a:t>FOR YOUR STAY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6804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メイリオ"/>
              </a:rPr>
              <a:t>Welcome to Zushi, Kanagawa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720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メイリオ"/>
              </a:rPr>
              <a:t>🏡 6 Bedrooms · 👥 Up to 12 · 🌳 BBQ · 🐕 Pet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756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9A56D"/>
                </a:solidFill>
                <a:latin typeface="メイリオ"/>
              </a:rPr>
              <a:t>📍 2-10-9 Ikego, Zushi-shi, Kanagawa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7848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9A56D"/>
                </a:solidFill>
                <a:latin typeface="メイリオ"/>
              </a:rPr>
              <a:t>🚆 Jimmuji Station (KK52) · 5 min walk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9360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C9A56D"/>
                </a:solidFill>
                <a:latin typeface="メイリオ"/>
              </a:rPr>
              <a:t>Please read Chapter 02 'House Rules' first · まず第2章をご一読ください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9900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9A56D"/>
                </a:solidFill>
                <a:latin typeface="メイリオ"/>
              </a:rPr>
              <a:t>© 2026 Hilltop Zushi · v3 · 5/22 MTG + 5/25 FB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Table of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目次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304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2304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2358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2358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2000" y="234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520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ようこそ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18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718000"/>
            <a:ext cx="72000" cy="37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2772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2772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75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★ House Rules (Most Important)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2000" y="2934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ハウスルール（最重要）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32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3132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3186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3186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2000" y="3168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3348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連絡手段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3546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000" y="3546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3600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000" y="360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" y="3582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Access &amp;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2000" y="3762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アクセス・地図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3960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000" y="3960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000" y="4014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" y="4014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2000" y="3996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Check-in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2000" y="4176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チェックイン手順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4374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000" y="4374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000" y="4428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000" y="4428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2000" y="441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Facilities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2000" y="4590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各設備の使い方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000" y="4788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2000" y="4788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000" y="4842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000" y="4842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2000" y="48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BBQ Guide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2000" y="5004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BBQの使い方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000" y="5202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000" y="5202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000" y="5256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000" y="5256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2000" y="5238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Fireworks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2000" y="5418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花火ルール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2000" y="5616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2000" y="5616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000" y="5670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000" y="567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12000" y="5652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Trash Sorting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12000" y="5832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ゴミ分別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6030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2000" y="6030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8000" y="6084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000" y="6084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12000" y="6066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Wi-Fi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12000" y="6246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Wi-Fi情報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000" y="6444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2000" y="6444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000" y="6498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2000" y="6498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🚭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12000" y="648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Smoking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12000" y="6660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喫煙ルール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2000" y="6858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2000" y="6858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8000" y="6912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52000" y="6912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12000" y="689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Nature &amp; Insects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12000" y="7074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自然・虫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2000" y="7272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2000" y="7272000"/>
            <a:ext cx="72000" cy="37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8000" y="7326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52000" y="7326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12000" y="7308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Danger (Cliff)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12000" y="7488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危険箇所（崖）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2000" y="7686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2000" y="7686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8000" y="7740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52000" y="774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12000" y="7722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Around the Property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12000" y="7902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周辺案内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000" y="8100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2000" y="8100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8000" y="8154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52000" y="8154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🚪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12000" y="8136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Check-out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12000" y="8316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チェックアウト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000" y="8514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2000" y="8514000"/>
            <a:ext cx="72000" cy="37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8000" y="8568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000" y="8568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🆘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12000" y="8550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Emergency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12000" y="8730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緊急時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2000" y="8928000"/>
            <a:ext cx="669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2000" y="8928000"/>
            <a:ext cx="72000" cy="37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8000" y="8982000"/>
            <a:ext cx="43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854B"/>
                </a:solidFill>
                <a:latin typeface="メイリオ"/>
              </a:rPr>
              <a:t>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52000" y="8982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3A34"/>
                </a:solidFill>
                <a:latin typeface="メイリオ"/>
              </a:rPr>
              <a:t>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12000" y="896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Floor Plan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12000" y="9144000"/>
            <a:ext cx="54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間取り図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ようこそ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232000"/>
            <a:ext cx="6984000" cy="540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2304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F3A34"/>
                </a:solidFill>
                <a:latin typeface="メイリオ"/>
              </a:rPr>
              <a:t>Welcome to your hidden forest retreat in Zushi, Kanagawa.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538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神奈川県逗子市・神武寺の丘の上にある森の隠れ家へようこそ。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952000"/>
            <a:ext cx="6984000" cy="29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2952000"/>
            <a:ext cx="90000" cy="297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306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About this 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34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物件概要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36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Address: 2-10-9 Ikego, Zushi-shi, Kanagawa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8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住所: 神奈川県逗子市池子 2-10-9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40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Max Capacity: 12 guests (6 bedrooms)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8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最大収容人数: 12名（6寝室）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45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Beds: Semi-double×4 / Double×2 / King×1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7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ベッド: セミダブル×4 / ダブル×2 / キング×1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49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Garden: Private Garden + Panorama Terrace (BBQ)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18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庭: プライベートガーデン + パノラマテラス（BBQ可）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Pet Friendly (Private Garden OK, King Bedroom 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56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ペット可（プライベートガーデンOK / キング寝室NG）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6030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00" y="6030000"/>
            <a:ext cx="90000" cy="2070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613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About this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000" y="642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このガイドについて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671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Comprehensive guide for your stay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" y="691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ご滞在を快適にお過ごしいただくための総合マニュアル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71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Read Chapter 02 'House Rules'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736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まずは第2章「ハウスルール」をご一読ください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761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For emergencies, see Chapter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781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緊急時は第16章をご参照ください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★ HOUSE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C8242A"/>
                </a:solidFill>
                <a:latin typeface="メイリオ"/>
              </a:rPr>
              <a:t>House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ハウスルール ★最重要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16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8242A"/>
                </a:solidFill>
                <a:latin typeface="メイリオ"/>
              </a:rPr>
              <a:t>Most important section. Please read carefully.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232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メイリオ"/>
              </a:rPr>
              <a:t>最重要セクションです。必ずご一読ください。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628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2628000"/>
            <a:ext cx="72000" cy="55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000" y="2736000"/>
            <a:ext cx="288000" cy="28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2736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2682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Max 12 guests strictly enforced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2916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定員12名厳守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222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3222000"/>
            <a:ext cx="72000" cy="55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00" y="3330000"/>
            <a:ext cx="288000" cy="28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3330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3276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No shoes inside (remove at entrance)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000" y="3510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土足厳禁（玄関で靴を脱ぐ）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816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3816000"/>
            <a:ext cx="72000" cy="55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000" y="3924000"/>
            <a:ext cx="288000" cy="28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" y="3924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" y="3870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No smoking indoors / Outdoor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000" y="4104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室内全面禁煙 / 屋外は喫煙可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4410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4410000"/>
            <a:ext cx="72000" cy="55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000" y="4518000"/>
            <a:ext cx="288000" cy="28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4518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000" y="4464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Quiet hours: until 20:00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000" y="4698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騒音は20:00まで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5004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0000" y="5004000"/>
            <a:ext cx="72000" cy="55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4000" y="5112000"/>
            <a:ext cx="288000" cy="28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000" y="511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000" y="5058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Pets: Garden OK / King bedroom NG / +¥4,400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000" y="5292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ペット: ガーデンOK・キング寝室NG・+¥4,400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5598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000" y="5598000"/>
            <a:ext cx="72000" cy="55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4000" y="5706000"/>
            <a:ext cx="288000" cy="28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000" y="5706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000" y="5652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BBQ: ¥4,400 / ¥6,600 / ¥16,000 (unauthorized)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000" y="5886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BBQ: 予約時¥4,400 / 当日¥6,600 / 未申告¥16,000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6192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0000" y="6192000"/>
            <a:ext cx="72000" cy="55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4000" y="6300000"/>
            <a:ext cx="288000" cy="28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000" y="6300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000" y="6246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Lost key: replacement fee ¥30,000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000" y="6480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鍵紛失時: 複製代¥30,000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000" y="6786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0000" y="6786000"/>
            <a:ext cx="72000" cy="55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4000" y="6894000"/>
            <a:ext cx="288000" cy="28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4000" y="6894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000" y="6840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Keep windows closed (insects)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000" y="7074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窓は基本「閉」（虫対策）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7380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0000" y="7380000"/>
            <a:ext cx="72000" cy="55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4000" y="7488000"/>
            <a:ext cx="288000" cy="28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000" y="7488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000" y="7434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NEVER open 2F balcony windows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000" y="7668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2階ベランダ窓は絶対開けない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0000" y="7974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0000" y="7974000"/>
            <a:ext cx="72000" cy="55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4000" y="8082000"/>
            <a:ext cx="288000" cy="28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4000" y="808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6000" y="8028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Do not soil linens / bedding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6000" y="8262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リネン・寝具を汚さない（実費請求）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0000" y="8568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0000" y="8568000"/>
            <a:ext cx="72000" cy="55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4000" y="8676000"/>
            <a:ext cx="288000" cy="288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4000" y="8676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8622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Fireworks: handheld only, water required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6000" y="8856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花火: 手持ちのみ・水必須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0000" y="9162000"/>
            <a:ext cx="6840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0000" y="9162000"/>
            <a:ext cx="72000" cy="55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4000" y="9270000"/>
            <a:ext cx="288000" cy="28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4000" y="9270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メイリオ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6000" y="9216000"/>
            <a:ext cx="61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34"/>
                </a:solidFill>
                <a:latin typeface="メイリオ"/>
              </a:rPr>
              <a:t>Cliff beyond Panorama Terrace: KEEP OUT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6000" y="94500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パノラマテラスの先は崖・立入禁止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連絡手段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520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Contact your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ホストへのご連絡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Use Airbnb / Booking.com message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Airbnb / Booking.com のメッセージでご連絡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Response hours: 9:00–20:00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対応時間: 9:00〜20:00 随時返信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No phone support (messages 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電話対応は行っておりません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43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Messages after 20:00: replied next morning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20:00以降の連絡は翌朝対応の場合あり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932000"/>
            <a:ext cx="6984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00" y="4932000"/>
            <a:ext cx="90000" cy="252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504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Emergency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000" y="532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緊急の場合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119: Ambulance &amp; Fire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119: 救急車・消防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110: Police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110: 警察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5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Address: 2-10-9 Ikego, Zushi-shi · Hilltop Zushi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7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住所読み上げ: 逗子市池子2-10-9 Hilltop Zushi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9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Detailed flow: see Chapter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71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詳細は第16章を参照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Access &amp;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Access &amp;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アクセス・地図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232000"/>
            <a:ext cx="6984000" cy="540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2304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F3A34"/>
                </a:solidFill>
                <a:latin typeface="メイリオ"/>
              </a:rPr>
              <a:t>京急逗子線 神武寺駅 (KK52) から徒歩 約5分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538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About 5 min walk from Jimmuji Station (Keikyu Zushi Line · KK52)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952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2952000"/>
            <a:ext cx="90000" cy="162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306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Property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34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物件住所 · Hilltop Zushi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36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2-10-9 Ikego, Zushi-shi, Kanagawa, 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8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神奈川県 逗子市 池子 2-10-9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40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Google Maps link on 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8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Google Maps リンクは Web ガイドから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4680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00" y="4680000"/>
            <a:ext cx="90000" cy="1620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478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Around the 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" y="507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駅周辺 · LAWSON 24h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3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LAWSON Ikego 2-chome (1 min from station · 24h)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556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ローソン 逗子池子二丁目店（駅徒歩1分・24時間）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581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Groceries · Parcel locker · Public phone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601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食材・宅配ボックス・公衆電話あり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6408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00" y="6408000"/>
            <a:ext cx="90000" cy="207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6516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Hills &amp; Stairs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000" y="680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坂道・階段注意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70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Hills and stairs between station and property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72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駅から物件まで坂道と階段があります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754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Wear comfortable shoes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774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歩きやすい靴でお越しください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79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Taxi cannot reach the door (stairs only)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81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タクシーは直接乗り付けできません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CHECK-IN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チェックイン手順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16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8242A"/>
                </a:solidFill>
                <a:latin typeface="メイリオ"/>
              </a:rPr>
              <a:t>Check-in: from 16:00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232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メイリオ"/>
              </a:rPr>
              <a:t>チェックイン: 16:00以降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592000"/>
            <a:ext cx="6984000" cy="1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592000"/>
            <a:ext cx="90000" cy="1296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" y="270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Early 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早めのチェックイン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27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For before 16:00, message us in advance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47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16時より前のチェックインは事前にメッセージで相談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72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Same-day requests may not be accommodated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392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当日のお申し出は対応できない場合あり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068000"/>
            <a:ext cx="6984000" cy="1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068000"/>
            <a:ext cx="90000" cy="1692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176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Get the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4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鍵の取り出し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475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Locate the key box next to the front door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495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玄関ドア横のキーボックスを見つける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20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Enter the access code (sent via booking message)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40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暗証番号を入力（予約メッセージに記載）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565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Open the box, take key, unlock door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85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鍵を取り出し、玄関を開けて入室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5940000"/>
            <a:ext cx="6984000" cy="10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00" y="5940000"/>
            <a:ext cx="90000" cy="100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000" y="604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Key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63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鍵の取り扱い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662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Do NOT lose the key. Replacement fee: ¥30,000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682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鍵を絶対に紛失しないでください。複製代¥30,000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7128000"/>
            <a:ext cx="6984000" cy="1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" y="7128000"/>
            <a:ext cx="90000" cy="1296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000" y="7236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Safety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000" y="752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セーフティボックス · Bedroom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00" y="781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Located in Bedroom 3 (storage room)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801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洋室3（収納部屋）にあります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826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Spare key taped to the BACK of the safe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846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予備の鍵は金庫の裏面にテープで貼付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871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Empty and unlock before checkout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891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退室時は空にして開錠状態でお戻し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00" y="8820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67230"/>
                </a:solidFill>
                <a:latin typeface="メイリオ"/>
              </a:rPr>
              <a:t>👟 No shoes inside · 土足厳禁（玄関で必ず靴を脱ぐ）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Facilities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Facilities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各設備の使い方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1656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39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Air Conditioner · エアコン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610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番号ラベル準備中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4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Number labels being prepared (~4 units)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04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番号ラベル準備中（4個程度）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20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Summer 26-28°C / Winter 20-22°C 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40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夏26-28℃ / 冬20-22℃ 推奨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5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All OFF before 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376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退室時は必ず全室OFF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068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068000"/>
            <a:ext cx="90000" cy="1656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15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Kitchen · キッチン家電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374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Fridge / Microwave / Stove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460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Fridge: empty on checkout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480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冷蔵庫: 退室時は空に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96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Microwave: empty interior after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16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電子レンジ: 庫内を空に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532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Gas stove: turn OFF main valve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52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ガスコンロ: 元栓もOFF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5832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00" y="5832000"/>
            <a:ext cx="90000" cy="1656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000" y="592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Bath · お風呂・給湯器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6138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Run vent fan after bathing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637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Use heater panel for filling &amp; reheating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657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給湯器パネルでお湯張り・追い焚き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00" y="673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Drain after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693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最後にお湯を抜く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70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Run ventilation fan after bathing (mold prevention)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" y="72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使用後は必ず換気扇を回す（カビ防止）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7596000"/>
            <a:ext cx="6984000" cy="1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0" y="7596000"/>
            <a:ext cx="90000" cy="1296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000" y="76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Washer &amp; TV · 洗濯機・TV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000" y="7902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Don't unplug TV outlet (Wi-Fi)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81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Detergent provided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83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洗剤備付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00" y="849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Wi-Fi router plugged near TV — DO NOT unplug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869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TV近くのコンセントはWi-Fi電源・絶対抜かない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BBQ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BBQ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BBQの使い方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232000"/>
            <a:ext cx="6984000" cy="540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2304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F3A34"/>
                </a:solidFill>
                <a:latin typeface="メイリオ"/>
              </a:rPr>
              <a:t>Hours: 10:00 — 20:00 (Fire 19:00 / Music 20:00)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538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利用時間: 10:00〜20:00（火気19時 / 音楽20時）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952000"/>
            <a:ext cx="6984000" cy="93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2952000"/>
            <a:ext cx="90000" cy="936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304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Reservation-Only · Wait for host's 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258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BBQは予約制 · ホスト確定返信後にご利用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34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Request BBQ at booking · Same-day also OK (extra fee)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予約時に申告（当日申込も可・追加料金あり）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3996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00" y="3996000"/>
            <a:ext cx="90000" cy="1656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0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Fees · 料金 (Per booking · Max 1 pet)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" y="4302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Booking ¥4,400 / Same-day ¥6,600 / Unauthorized ¥16,000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45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Booking ¥4,400 · 予約時申告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47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事前申告で最もお得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489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Same-day ¥6,600 · 当日追加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509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当日のお申込みも可能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525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Unauthorized ¥16,000 (¥11,000 + cleaning ¥5,000)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545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未申告: ¥11,000 + 清掃代¥5,000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5760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00" y="5760000"/>
            <a:ext cx="90000" cy="1656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585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Equipment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000" y="6066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用品の場所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63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Grill / Tools / Tarp: garden storage boxes (570L ×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649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グリル・ツール・タープ: 庭の収納ボックス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666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Gas bottles × 2 on the kitchen counter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685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ガスボンベ × 2: キッチン上に常設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702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Charcoal NOT allowed (gas only)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721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炭は使用禁止（ガスのみ）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7524000"/>
            <a:ext cx="6984000" cy="16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" y="7524000"/>
            <a:ext cx="90000" cy="1656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000" y="761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3A34"/>
                </a:solidFill>
                <a:latin typeface="メイリオ"/>
              </a:rPr>
              <a:t>Rules · ルール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000" y="7830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8854B"/>
                </a:solidFill>
                <a:latin typeface="メイリオ"/>
              </a:rPr>
              <a:t>Panorama Terrace ONLY / Quiet anytime / Clean up after 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80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Panorama Terrace ONLY (not Private Garden)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826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パノラマテラス側のみ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00" y="842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Quiet voice anytime (residential area)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00" y="862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大声・騒音は時間問わず配慮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00" y="878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メイリオ"/>
              </a:rPr>
              <a:t>▸ Clean up &amp; return tools after 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00" y="898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メイリオ"/>
              </a:rPr>
              <a:t>使用後は備品を清掃して収納ボックスへ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Fireworks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Fireworks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花火ルール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07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High Fire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火事のリスクが非常に高い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Area is densely forested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物件周辺は木が密集しています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Fire would cause disaster-level damage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火事は大災害・多大な賠償の可能性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Be extremely careful with flames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火の元には絶対に注意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482000"/>
            <a:ext cx="6984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482000"/>
            <a:ext cx="90000" cy="342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59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87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ルール · Handheld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51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Handheld sparklers ONLY (no aerial)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手持ち花火のみ（打上・ロケット禁止）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Water bucket &amp; hose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水バケツ・水ホース必須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Soak used sparklers in water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使った花火は必ず水につけて置く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5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Use only on concrete (not grass)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7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コンクリート部分のみ（草地・芝生NG）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9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Dispose of plastic bags carefully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71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ビニール袋は必ずゴミに（風で飛ぶと火種に）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74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No fireworks after 20:00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76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20時以降はご遠慮ください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Trash 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Trash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ゴミ分別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1620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Basic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基本ルール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Use the indoor trash bins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室内にあるゴミ箱に入れてください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Sorting rules posted near each 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分別ルールは室内の掲示参照・その通りに分別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4032000"/>
            <a:ext cx="698400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00" y="4032000"/>
            <a:ext cx="90000" cy="1170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414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If Overflowing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442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あふれる場合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7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Use the silver outdoor bins (×2) if indoor bins are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9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室内に入らない場合は外のシルバーボックス2つへ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5310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00" y="5310000"/>
            <a:ext cx="90000" cy="1620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000" y="541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Photos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000" y="570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写真 · TBD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599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Indoor trash bin photo: TBD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19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室内ゴミ箱の写真: 撮影後追加予定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44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Outdoor silver bin photo: TBD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64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屋外シルバーボックスの写真: 撮影後追加予定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Wi-Fi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Wi-Fi情報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520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Wi-Fi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Wi-Fi接続情報 · TBD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SSID: TBD (being updated)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SSID: 準備中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Password: 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パスワード: 準備中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Available in all rooms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全室で利用可能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43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Trouble: unplug router 30 sec then reconnect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通信トラブル: 電源を抜いて30秒後に再起動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932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00" y="4932000"/>
            <a:ext cx="90000" cy="162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504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000" y="532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重要 · Don't unplug outlet near 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Outlet near TV powers the Wi-Fi router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TV近くのコンセントはWi-Fiルーター電源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Do NOT unplug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絶対に抜かないでください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Smoking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Smoking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喫煙ルール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162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No Smoking Indoors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全館禁煙 · Violation = cleaning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No smoking inside the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室内はすべて禁煙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Violation may incur actual cleaning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違反時、特殊清掃・消臭等の実費を請求する場合あり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4032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00" y="4032000"/>
            <a:ext cx="90000" cy="207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414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Smoking OK Outdoors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442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屋外は喫煙可 · Garden &amp; Terrace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7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Private Garden + Panorama Terrace both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9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プライベートガーデン+パノラマテラス両方OK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51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Use provided ashtrays (2 locations outdoors)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備付の灰皿（屋外2箇所）をご利用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Fully extinguish before disposal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吸殻は完全消火してから所定の場所へ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Nature &amp; Insects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Nature &amp; Insects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自然からのお便り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07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Keep Windows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窓は基本「閉」 · Insect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Insects may enter depending on season (lush nature)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緑豊かな立地のため、季節によって虫が入ることがあります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NEVER open 2F balcony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2階ベランダの窓は絶対に開けないでください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(Bed is right there - dangerous + many insects)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（ベッドが目の前で危険・虫の侵入も多い）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482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482000"/>
            <a:ext cx="90000" cy="2070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59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Insect Spray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87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殺虫剤・蚊取り · Provided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51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Insect spray, mosquito coils, electric repellents provided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備付の殺虫剤・蚊取り線香・電気蚊取り器をご利用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Located in kitchen drawer or sunroom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場所: キッチン下の引き出し または サンルーム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Return to original place after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使用後は元の場所へ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Danger Zone (Cliff)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Danger Zone (Cliff)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危険箇所（崖）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52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Cliff Beyond the Terrace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パノラマテラスの先は崖 · KEEP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This is a cliff area - keep out to prevent falling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この先は崖です。転落事故防止のため立入禁止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Do not enter flowerbed, unfenced areas, or 'Keep Out'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花壇内・柵外・立入禁止表示の範囲には入らない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Children must be accompanied by adults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お子さまは必ず保護者同伴で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43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Avoid edge at night, in rain, or after drinking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夜間・雨天・飲酒後は先端部に近づかない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Around Hilltop Zushi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Around Hilltop Zushi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周辺案内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070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Shopping &amp; 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買い物・食事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LAWSON Ikego 2-chome (1 min walk · 24h)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ローソン 池子二丁目店（駅徒歩1分・24h）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Chinese restaurant (5-6 min from Jimmuji Station)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中華料理屋（神武寺駅から徒歩5-6分）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Closed Thursdays · occasional irregular closures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木曜定休・不定期休あり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482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482000"/>
            <a:ext cx="90000" cy="2070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59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HELLO CYCLING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87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レンタサイクル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51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Smartphone-based bike rental near station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駅前のシェアサイクル・スマホで簡単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App in English / Chinese (Simplified &amp; Traditional)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アプリ英語・簡体・繁体対応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Note: Japanese phone SMS required (Alipay/PayPay/LINE OK)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登録に日本電話番号SMS必要（代替決済可）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6660000"/>
            <a:ext cx="69840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00" y="6660000"/>
            <a:ext cx="90000" cy="162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000" y="676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Sightseeing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705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観光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734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Jinmu-ji Temple, Zushi Beach, Kamakura (30-40 min)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754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神武寺・逗子海岸・鎌倉エリア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00" y="779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Hayama &amp; Yokosuka, beaches, museums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799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葉山・横須賀エリア（御用邸・美術館）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" y="8388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" y="8388000"/>
            <a:ext cx="90000" cy="207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000" y="8496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Medical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000" y="878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医療機関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907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Zuyou Regional Medical Center (walking distance)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927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逗葉地域医療センター（徒歩圏）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952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☎ 046-873-7752 · Eve 20-23 / Hol 10-17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972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夜間20-23時 / 休日10-17時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00" y="997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Emergencies: 119 (see Chapter 16)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017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緊急時は119（章16参照）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CHECK-OUT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Check-out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チェックアウト手順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16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8242A"/>
                </a:solidFill>
                <a:latin typeface="メイリオ"/>
              </a:rPr>
              <a:t>Check-out: by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232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メイリオ"/>
              </a:rPr>
              <a:t>チェックアウト: 10:00まで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592000"/>
            <a:ext cx="6984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592000"/>
            <a:ext cx="90000" cy="900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" y="270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⚠ Please STRICTLY follow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ハウスルール + 下記チェックリストを必ず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27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Please follow Chapter 02 + checklist below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47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ハウスルール + 本章チェックリストの通り必ず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3672000"/>
            <a:ext cx="6984000" cy="4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00" y="3672000"/>
            <a:ext cx="72000" cy="468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378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34"/>
                </a:solidFill>
                <a:latin typeface="メイリオ"/>
              </a:rPr>
              <a:t>✅ Departure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3996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A8854B"/>
                </a:solidFill>
                <a:latin typeface="メイリオ"/>
              </a:rPr>
              <a:t>退室前チェックリスト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284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Wash dishes &amp; return to original places · 食器を洗って元の場所へ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4518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Sort &amp; dispose of trash · ゴミの分別をして所定の場所へ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4752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Tidy beds slightly · 布団・ベッドを多少まとめる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4986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Check all rooms for lost items · 忘れ物がないか全部屋確認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220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All AC / lights OFF · エアコン・照明・電気類をOFF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5454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All windows closed &amp; locked · すべての窓を閉めて施錠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5688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Lock 2F balcony · 2階ベランダ窓を施錠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5922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Lock back door &amp; front door · 勝手口・玄関を施錠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156000"/>
            <a:ext cx="6624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メイリオ"/>
              </a:rPr>
              <a:t>☐  Return key to key box · 鍵をキーボックスに戻す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8496000"/>
            <a:ext cx="6984000" cy="14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" y="8496000"/>
            <a:ext cx="90000" cy="1440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8604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📸 Take Photos Before Leaving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00" y="88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退室前に写真撮影をお願いします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918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Photos of each room reduce later disputes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937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退室前の写真撮影で紛失・破損のトラブル大幅減少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963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Send via message — much appreciated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982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メッセージで送付いただけると大変助かります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16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🆘 EMERGENCY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C8242A"/>
                </a:solidFill>
                <a:latin typeface="メイリオ"/>
              </a:rPr>
              <a:t>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緊急時のご案内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160000"/>
            <a:ext cx="6984000" cy="115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160000"/>
            <a:ext cx="90000" cy="1152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26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STEP 1: Dial 119/110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55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STEP 1: まず119/110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4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119: Ambulance &amp; Fire / 救急・消防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329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110: Police / 警察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456000"/>
            <a:ext cx="6984000" cy="10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3456000"/>
            <a:ext cx="72000" cy="1008000"/>
          </a:xfrm>
          <a:prstGeom prst="rect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000" y="356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34"/>
                </a:solidFill>
                <a:latin typeface="メイリオ"/>
              </a:rPr>
              <a:t>STEP 2: Read this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" y="3780000"/>
            <a:ext cx="66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A8854B"/>
                </a:solidFill>
                <a:latin typeface="メイリオ"/>
              </a:rPr>
              <a:t>STEP 2: 住所を読み上げる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4032000"/>
            <a:ext cx="662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242A"/>
                </a:solidFill>
                <a:latin typeface="メイリオ"/>
              </a:rPr>
              <a:t>「逗子市池子 2-10-9 Hilltop Zushi」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4284000"/>
            <a:ext cx="662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メイリオ"/>
              </a:rPr>
              <a:t>2-10-9 Ikego, Zushi-shi · Hilltop Zushi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608000"/>
            <a:ext cx="6984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00" y="4608000"/>
            <a:ext cx="90000" cy="180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4716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STEP 3: 119 Call Script (4 points)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000" y="500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STEP 3: 119読み上げ用4点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2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① What happened: 'Fire' / 'Medical emergency'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4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① 何が起きたか: 「火事です」「急病です」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574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② Address: 2-10-9 Ikego · Hilltop Zushi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94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② 住所: 逗子市池子2-10-9 Hilltop Zushi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1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③ Your name &amp; callback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39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③ 名前と折返し電話番号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64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④ Landmark: Near Jimmuji Station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684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④ 近くの目印: 神武寺駅のそば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6552000"/>
            <a:ext cx="6984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00" y="6552000"/>
            <a:ext cx="90000" cy="1800000"/>
          </a:xfrm>
          <a:prstGeom prst="rect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000" y="666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⚡ Power Outage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000" y="694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停電時 · STEP 1 = Check breaker on top of fridge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72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STEP 1: Check breaker on TOP OF FRIDGE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" y="74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STEP 1: まず冷蔵庫の上のブレーカーを確認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00" y="76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Unplug high-power appliances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788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使用中の電気製品をコンセントから抜く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813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Switch all breakers to 「入」(UP = 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833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全スイッチを「入」（上）に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858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If neighbors also dark = area outage, msg host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878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近所も消えてる場合は地域停電・ホストへ連絡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00" y="8496000"/>
            <a:ext cx="6984000" cy="1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8000" y="8496000"/>
            <a:ext cx="90000" cy="1368000"/>
          </a:xfrm>
          <a:prstGeom prst="rect">
            <a:avLst/>
          </a:prstGeom>
          <a:solidFill>
            <a:srgbClr val="25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000" y="8604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🏥 Medical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000" y="8892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医療機関 · Non-emergency first, then 119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918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Zuyou Regional (walking · 046-873-7752)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937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逗葉地域医療センター（徒歩圏・046-873-7752）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00" y="963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Tokushukai 24h English (0466-35-1177)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000" y="982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湘南藤沢徳洲会病院（24h英語・0466-35-1177）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00" y="1008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Japan Visitor Hotline 24h: 050-3816-2787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00" y="10278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Japan Visitor Hotline 24h・5言語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17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9A56D"/>
                </a:solidFill>
                <a:latin typeface="メイリオ"/>
              </a:rPr>
              <a:t>House Guide v3 · ハウスガイド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216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Chapter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432000"/>
            <a:ext cx="2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メイリオ"/>
              </a:rPr>
              <a:t>Floor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6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3A34"/>
                </a:solidFill>
                <a:latin typeface="メイリオ"/>
              </a:rPr>
              <a:t>Floor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684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854B"/>
                </a:solidFill>
                <a:latin typeface="メイリオ"/>
              </a:rPr>
              <a:t>間取り図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304000"/>
            <a:ext cx="6984000" cy="20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304000"/>
            <a:ext cx="90000" cy="2070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412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700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物件構成 · 2 floors / 6 bedrooms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1F: Entrance / LDK / Rooms 1-4 / Bath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1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1階: 玄関・LDK・洋室1〜4・水回り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3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2F: Rooms 5-6 (with balcony)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63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2階: 洋室5・6（ベランダあり）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Outdoor: Private Garden / Panorama Terrace (BBQ)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086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屋外: プライベートガーデン / パノラマテラス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482000"/>
            <a:ext cx="6984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482000"/>
            <a:ext cx="90000" cy="34200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590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Bedrooms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4878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寝室構成 · Max 12 guests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51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1 (1F): Semi-double 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洋室1（1F）: セミダブル ×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6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2 (1F): King × 1 (Pet 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8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洋室2（1F）: キング × 1（ペットNG）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0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3 (1F): Storage / Safety 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洋室3（1F）: 収納・セーフティBOX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5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4 (1F): Relax Room (kids)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7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洋室4（1F）: リラックスルーム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96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5 (2F): Semi-double ×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716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洋室5（2F）: セミダブル ×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741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Room 6 (2F): Double ×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7614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洋室6（2F）: ダブル ×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8010000"/>
            <a:ext cx="698400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" y="8010000"/>
            <a:ext cx="90000" cy="1170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000" y="8118000"/>
            <a:ext cx="66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34"/>
                </a:solidFill>
                <a:latin typeface="メイリオ"/>
              </a:rPr>
              <a:t>Floor Plan 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000" y="8406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8854B"/>
                </a:solidFill>
                <a:latin typeface="メイリオ"/>
              </a:rPr>
              <a:t>間取り図 · 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00" y="8694000"/>
            <a:ext cx="66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C2C2C"/>
                </a:solidFill>
                <a:latin typeface="メイリオ"/>
              </a:rPr>
              <a:t>▸ Detailed floor plan image: in preparation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8892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メイリオ"/>
              </a:rPr>
              <a:t>詳細な間取り図画像: 制作中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10332000"/>
            <a:ext cx="7560000" cy="360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10404000"/>
            <a:ext cx="46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メイリオ"/>
              </a:rPr>
              <a:t>📍 2-10-9 Ikego, Zushi · 💬 Airbnb/Booking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000" y="1044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A56D"/>
                </a:solidFill>
                <a:latin typeface="メイリオ"/>
              </a:rPr>
              <a:t>19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288000"/>
            <a:ext cx="6984000" cy="10116000"/>
          </a:xfrm>
          <a:prstGeom prst="rect">
            <a:avLst/>
          </a:prstGeom>
          <a:noFill/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3960000"/>
            <a:ext cx="68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C9A56D"/>
                </a:solidFill>
                <a:latin typeface="メイリオ"/>
              </a:rPr>
              <a:t>Thank you for staying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608000"/>
            <a:ext cx="68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</a:rPr>
              <a:t>ご滞在ありがとうございました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5328000"/>
            <a:ext cx="1800000" cy="18000"/>
          </a:xfrm>
          <a:prstGeom prst="rect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5688000"/>
            <a:ext cx="68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192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9A56D"/>
                </a:solidFill>
                <a:latin typeface="メイリオ"/>
              </a:rPr>
              <a:t>Hidden Forest Retreat · 森の隠れ家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8280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9A56D"/>
                </a:solidFill>
                <a:latin typeface="メイリオ"/>
              </a:rPr>
              <a:t>📍 2-10-9 Ikego, Zushi-shi, Kanagawa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8568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9A56D"/>
                </a:solidFill>
                <a:latin typeface="メイリオ"/>
              </a:rPr>
              <a:t>💬 Contact: Airbnb / Booking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8856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9A56D"/>
                </a:solidFill>
                <a:latin typeface="メイリオ"/>
              </a:rPr>
              <a:t>🌐 Web guide: hilltop-zushi.pages.dev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9900000"/>
            <a:ext cx="684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9A56D"/>
                </a:solidFill>
                <a:latin typeface="メイリオ"/>
              </a:rPr>
              <a:t>© 2026 Hilltop Zushi · House Guide v3 · 2026-05-26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